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70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13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13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238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480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85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82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726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698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090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275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300DA19-4A60-4AEA-A23D-F046EBACB487}" type="datetimeFigureOut">
              <a:rPr kumimoji="1" lang="ja-JP" altLang="en-US" smtClean="0"/>
              <a:t>2018/6/23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E0295E1-0EFB-4DB6-A402-939EF029F45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34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hyperlink" Target="https://github.com/yoshikiakashi?tab=repositori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hyperlink" Target="https://github.com/new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hyperlink" Target="https://github.com/yoshikiakashi/gittes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hyperlink" Target="https://github.com/yoshikiakashi/gittes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8A5CC-BD4F-4766-B180-68ACD80A3C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sz="9600" dirty="0"/>
              <a:t>Git</a:t>
            </a:r>
            <a:r>
              <a:rPr lang="ja-JP" altLang="en-US" dirty="0"/>
              <a:t>操作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8D6DEE1-438C-4341-814A-CE93D34DD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2663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0F7E7-CFA2-4172-952D-49448DB3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27969"/>
            <a:ext cx="10058400" cy="1009391"/>
          </a:xfrm>
        </p:spPr>
        <p:txBody>
          <a:bodyPr/>
          <a:lstStyle/>
          <a:p>
            <a:r>
              <a:rPr kumimoji="1" lang="ja-JP" altLang="en-US" dirty="0"/>
              <a:t>１．リモートリポジトリを作る</a:t>
            </a:r>
          </a:p>
        </p:txBody>
      </p:sp>
      <p:pic>
        <p:nvPicPr>
          <p:cNvPr id="5" name="コンテンツ プレースホルダー 4" descr="Your Repositories - Internet Explorer">
            <a:hlinkClick r:id="rId2"/>
            <a:extLst>
              <a:ext uri="{FF2B5EF4-FFF2-40B4-BE49-F238E27FC236}">
                <a16:creationId xmlns:a16="http://schemas.microsoft.com/office/drawing/2014/main" id="{8B9D9C3F-891A-4289-8195-F26B5E5C4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11" y="1849372"/>
            <a:ext cx="3782447" cy="4022725"/>
          </a:xfrm>
        </p:spPr>
      </p:pic>
      <p:sp>
        <p:nvSpPr>
          <p:cNvPr id="7" name="円: 塗りつぶしなし 6">
            <a:extLst>
              <a:ext uri="{FF2B5EF4-FFF2-40B4-BE49-F238E27FC236}">
                <a16:creationId xmlns:a16="http://schemas.microsoft.com/office/drawing/2014/main" id="{D7E30808-D249-4981-AF57-32291ED92878}"/>
              </a:ext>
            </a:extLst>
          </p:cNvPr>
          <p:cNvSpPr/>
          <p:nvPr/>
        </p:nvSpPr>
        <p:spPr>
          <a:xfrm>
            <a:off x="4465468" y="3136036"/>
            <a:ext cx="417250" cy="431734"/>
          </a:xfrm>
          <a:prstGeom prst="donu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5E0A70-BA3D-4A4B-A817-E155BF0BC72A}"/>
              </a:ext>
            </a:extLst>
          </p:cNvPr>
          <p:cNvSpPr txBox="1"/>
          <p:nvPr/>
        </p:nvSpPr>
        <p:spPr>
          <a:xfrm>
            <a:off x="5592932" y="2219417"/>
            <a:ext cx="5877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GitHub</a:t>
            </a:r>
            <a:r>
              <a:rPr kumimoji="1" lang="ja-JP" altLang="en-US" sz="2800" dirty="0"/>
              <a:t>の緑のボタン「</a:t>
            </a:r>
            <a:r>
              <a:rPr kumimoji="1" lang="en-US" altLang="ja-JP" sz="2800" dirty="0"/>
              <a:t>New</a:t>
            </a:r>
            <a:r>
              <a:rPr kumimoji="1" lang="ja-JP" altLang="en-US" sz="2800" dirty="0"/>
              <a:t>」を押す</a:t>
            </a:r>
          </a:p>
        </p:txBody>
      </p:sp>
    </p:spTree>
    <p:extLst>
      <p:ext uri="{BB962C8B-B14F-4D97-AF65-F5344CB8AC3E}">
        <p14:creationId xmlns:p14="http://schemas.microsoft.com/office/powerpoint/2010/main" val="118540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Create a New Repository - Internet Explorer">
            <a:hlinkClick r:id="rId2"/>
            <a:extLst>
              <a:ext uri="{FF2B5EF4-FFF2-40B4-BE49-F238E27FC236}">
                <a16:creationId xmlns:a16="http://schemas.microsoft.com/office/drawing/2014/main" id="{46A3B0A8-A7DC-4237-834B-1A0E16307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36" y="2007570"/>
            <a:ext cx="3876226" cy="412246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890F7E7-CFA2-4172-952D-49448DB3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27969"/>
            <a:ext cx="10058400" cy="1009391"/>
          </a:xfrm>
        </p:spPr>
        <p:txBody>
          <a:bodyPr/>
          <a:lstStyle/>
          <a:p>
            <a:r>
              <a:rPr kumimoji="1" lang="ja-JP" altLang="en-US" dirty="0"/>
              <a:t>１．リモートリポジトリを作る</a:t>
            </a:r>
          </a:p>
        </p:txBody>
      </p:sp>
      <p:sp>
        <p:nvSpPr>
          <p:cNvPr id="8" name="円: 塗りつぶしなし 7">
            <a:extLst>
              <a:ext uri="{FF2B5EF4-FFF2-40B4-BE49-F238E27FC236}">
                <a16:creationId xmlns:a16="http://schemas.microsoft.com/office/drawing/2014/main" id="{114E89A0-80B2-472A-848B-7B3835159E4C}"/>
              </a:ext>
            </a:extLst>
          </p:cNvPr>
          <p:cNvSpPr/>
          <p:nvPr/>
        </p:nvSpPr>
        <p:spPr>
          <a:xfrm>
            <a:off x="2414970" y="3646324"/>
            <a:ext cx="417250" cy="431734"/>
          </a:xfrm>
          <a:prstGeom prst="donu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5E0A70-BA3D-4A4B-A817-E155BF0BC72A}"/>
              </a:ext>
            </a:extLst>
          </p:cNvPr>
          <p:cNvSpPr txBox="1"/>
          <p:nvPr/>
        </p:nvSpPr>
        <p:spPr>
          <a:xfrm>
            <a:off x="5592932" y="2219417"/>
            <a:ext cx="58770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「</a:t>
            </a:r>
            <a:r>
              <a:rPr kumimoji="1" lang="en-US" altLang="ja-JP" sz="2800" dirty="0"/>
              <a:t>Repository</a:t>
            </a:r>
            <a:r>
              <a:rPr kumimoji="1" lang="ja-JP" altLang="en-US" sz="2800" dirty="0"/>
              <a:t>　</a:t>
            </a:r>
            <a:r>
              <a:rPr kumimoji="1" lang="en-US" altLang="ja-JP" sz="2800" dirty="0"/>
              <a:t>name</a:t>
            </a:r>
            <a:r>
              <a:rPr kumimoji="1" lang="ja-JP" altLang="en-US" sz="2800" dirty="0"/>
              <a:t>」を入力し、あとは特にいじらずに、</a:t>
            </a:r>
            <a:r>
              <a:rPr kumimoji="1" lang="en-US" altLang="ja-JP" sz="2800" dirty="0"/>
              <a:t>GitHub</a:t>
            </a:r>
            <a:r>
              <a:rPr kumimoji="1" lang="ja-JP" altLang="en-US" sz="2800" dirty="0"/>
              <a:t>の緑のボタン「</a:t>
            </a:r>
            <a:r>
              <a:rPr kumimoji="1" lang="en-US" altLang="ja-JP" sz="2800" dirty="0"/>
              <a:t>Create repository</a:t>
            </a:r>
            <a:r>
              <a:rPr kumimoji="1" lang="ja-JP" altLang="en-US" sz="2800" dirty="0"/>
              <a:t>」を押す</a:t>
            </a:r>
          </a:p>
        </p:txBody>
      </p:sp>
      <p:sp>
        <p:nvSpPr>
          <p:cNvPr id="11" name="円: 塗りつぶしなし 10">
            <a:extLst>
              <a:ext uri="{FF2B5EF4-FFF2-40B4-BE49-F238E27FC236}">
                <a16:creationId xmlns:a16="http://schemas.microsoft.com/office/drawing/2014/main" id="{8181683A-51C8-420A-AE0E-584E9695AC26}"/>
              </a:ext>
            </a:extLst>
          </p:cNvPr>
          <p:cNvSpPr/>
          <p:nvPr/>
        </p:nvSpPr>
        <p:spPr>
          <a:xfrm>
            <a:off x="1992374" y="5324350"/>
            <a:ext cx="345710" cy="368034"/>
          </a:xfrm>
          <a:prstGeom prst="donu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07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コンテンツ プレースホルダー 9" descr="YoshikiAkashi/gitTest - Internet Explorer">
            <a:hlinkClick r:id="rId2"/>
            <a:extLst>
              <a:ext uri="{FF2B5EF4-FFF2-40B4-BE49-F238E27FC236}">
                <a16:creationId xmlns:a16="http://schemas.microsoft.com/office/drawing/2014/main" id="{CC255B53-D5D6-4A01-AB8B-EE10CFEF8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50" y="1818357"/>
            <a:ext cx="3815226" cy="4057586"/>
          </a:xfr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890F7E7-CFA2-4172-952D-49448DB3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27969"/>
            <a:ext cx="10058400" cy="1009391"/>
          </a:xfrm>
        </p:spPr>
        <p:txBody>
          <a:bodyPr/>
          <a:lstStyle/>
          <a:p>
            <a:r>
              <a:rPr lang="ja-JP" altLang="en-US" dirty="0"/>
              <a:t>２</a:t>
            </a:r>
            <a:r>
              <a:rPr lang="en-US" altLang="ja-JP" dirty="0"/>
              <a:t>.</a:t>
            </a:r>
            <a:r>
              <a:rPr lang="ja-JP" altLang="en-US" dirty="0"/>
              <a:t>ローカルリポジトリ作る</a:t>
            </a:r>
            <a:endParaRPr kumimoji="1" lang="ja-JP" altLang="en-US" dirty="0"/>
          </a:p>
        </p:txBody>
      </p:sp>
      <p:sp>
        <p:nvSpPr>
          <p:cNvPr id="7" name="円: 塗りつぶしなし 6">
            <a:extLst>
              <a:ext uri="{FF2B5EF4-FFF2-40B4-BE49-F238E27FC236}">
                <a16:creationId xmlns:a16="http://schemas.microsoft.com/office/drawing/2014/main" id="{D7E30808-D249-4981-AF57-32291ED92878}"/>
              </a:ext>
            </a:extLst>
          </p:cNvPr>
          <p:cNvSpPr/>
          <p:nvPr/>
        </p:nvSpPr>
        <p:spPr>
          <a:xfrm>
            <a:off x="1965514" y="2764628"/>
            <a:ext cx="417250" cy="431734"/>
          </a:xfrm>
          <a:prstGeom prst="donu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5E0A70-BA3D-4A4B-A817-E155BF0BC72A}"/>
              </a:ext>
            </a:extLst>
          </p:cNvPr>
          <p:cNvSpPr txBox="1"/>
          <p:nvPr/>
        </p:nvSpPr>
        <p:spPr>
          <a:xfrm>
            <a:off x="8241174" y="2219417"/>
            <a:ext cx="32287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左の画像の</a:t>
            </a:r>
            <a:r>
              <a:rPr kumimoji="1" lang="en-US" altLang="ja-JP" sz="2800" dirty="0"/>
              <a:t>URL</a:t>
            </a:r>
            <a:r>
              <a:rPr kumimoji="1" lang="ja-JP" altLang="en-US" sz="2800" dirty="0"/>
              <a:t>をコピーし、右の画像のように「</a:t>
            </a:r>
            <a:r>
              <a:rPr kumimoji="1" lang="en-US" altLang="ja-JP" sz="2800" dirty="0"/>
              <a:t>git clone </a:t>
            </a:r>
            <a:r>
              <a:rPr kumimoji="1" lang="ja-JP" altLang="en-US" sz="2800" dirty="0"/>
              <a:t>コピーした</a:t>
            </a:r>
            <a:r>
              <a:rPr kumimoji="1" lang="en-US" altLang="ja-JP" sz="2800" dirty="0"/>
              <a:t>URL</a:t>
            </a:r>
            <a:r>
              <a:rPr kumimoji="1" lang="ja-JP" altLang="en-US" sz="2800" dirty="0"/>
              <a:t>」をコマンドで打つ</a:t>
            </a:r>
          </a:p>
        </p:txBody>
      </p:sp>
      <p:pic>
        <p:nvPicPr>
          <p:cNvPr id="12" name="図 11" descr="Git CMD">
            <a:extLst>
              <a:ext uri="{FF2B5EF4-FFF2-40B4-BE49-F238E27FC236}">
                <a16:creationId xmlns:a16="http://schemas.microsoft.com/office/drawing/2014/main" id="{03288ECA-2A74-462F-9340-51C588A9B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806" y="2202741"/>
            <a:ext cx="4408170" cy="328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2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 descr="gitTest">
            <a:extLst>
              <a:ext uri="{FF2B5EF4-FFF2-40B4-BE49-F238E27FC236}">
                <a16:creationId xmlns:a16="http://schemas.microsoft.com/office/drawing/2014/main" id="{FA8EAED3-4609-4EB3-A2A8-85E4E10B1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02" y="3207606"/>
            <a:ext cx="3155908" cy="2922425"/>
          </a:xfrm>
          <a:prstGeom prst="rect">
            <a:avLst/>
          </a:prstGeom>
        </p:spPr>
      </p:pic>
      <p:pic>
        <p:nvPicPr>
          <p:cNvPr id="10" name="コンテンツ プレースホルダー 9" descr="明石　禎紀">
            <a:extLst>
              <a:ext uri="{FF2B5EF4-FFF2-40B4-BE49-F238E27FC236}">
                <a16:creationId xmlns:a16="http://schemas.microsoft.com/office/drawing/2014/main" id="{0B6AFE2E-CC48-4510-9706-8E9483358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39" y="2219417"/>
            <a:ext cx="3849062" cy="3503787"/>
          </a:xfrm>
        </p:spPr>
      </p:pic>
      <p:sp>
        <p:nvSpPr>
          <p:cNvPr id="8" name="円: 塗りつぶしなし 7">
            <a:extLst>
              <a:ext uri="{FF2B5EF4-FFF2-40B4-BE49-F238E27FC236}">
                <a16:creationId xmlns:a16="http://schemas.microsoft.com/office/drawing/2014/main" id="{114E89A0-80B2-472A-848B-7B3835159E4C}"/>
              </a:ext>
            </a:extLst>
          </p:cNvPr>
          <p:cNvSpPr/>
          <p:nvPr/>
        </p:nvSpPr>
        <p:spPr>
          <a:xfrm>
            <a:off x="9456136" y="3546782"/>
            <a:ext cx="417250" cy="431734"/>
          </a:xfrm>
          <a:prstGeom prst="donu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5E0A70-BA3D-4A4B-A817-E155BF0BC72A}"/>
              </a:ext>
            </a:extLst>
          </p:cNvPr>
          <p:cNvSpPr txBox="1"/>
          <p:nvPr/>
        </p:nvSpPr>
        <p:spPr>
          <a:xfrm>
            <a:off x="4191001" y="2521059"/>
            <a:ext cx="52651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すると、左の画像のように新しくフォルダができている。</a:t>
            </a:r>
            <a:endParaRPr kumimoji="1" lang="en-US" altLang="ja-JP" sz="2800" dirty="0"/>
          </a:p>
          <a:p>
            <a:r>
              <a:rPr kumimoji="1" lang="ja-JP" altLang="en-US" sz="2800" dirty="0"/>
              <a:t>中は右のような感じで、</a:t>
            </a:r>
            <a:endParaRPr kumimoji="1" lang="en-US" altLang="ja-JP" sz="2800" dirty="0"/>
          </a:p>
          <a:p>
            <a:r>
              <a:rPr kumimoji="1" lang="ja-JP" altLang="en-US" sz="2800" dirty="0"/>
              <a:t>「</a:t>
            </a:r>
            <a:r>
              <a:rPr kumimoji="1" lang="en-US" altLang="ja-JP" sz="2800" dirty="0"/>
              <a:t>.git</a:t>
            </a:r>
            <a:r>
              <a:rPr kumimoji="1" lang="ja-JP" altLang="en-US" sz="2800" dirty="0"/>
              <a:t>」というのができている</a:t>
            </a:r>
          </a:p>
        </p:txBody>
      </p:sp>
      <p:sp>
        <p:nvSpPr>
          <p:cNvPr id="15" name="円: 塗りつぶしなし 14">
            <a:extLst>
              <a:ext uri="{FF2B5EF4-FFF2-40B4-BE49-F238E27FC236}">
                <a16:creationId xmlns:a16="http://schemas.microsoft.com/office/drawing/2014/main" id="{AFBFC67B-7B26-462A-B6D3-918EE7F00D09}"/>
              </a:ext>
            </a:extLst>
          </p:cNvPr>
          <p:cNvSpPr/>
          <p:nvPr/>
        </p:nvSpPr>
        <p:spPr>
          <a:xfrm>
            <a:off x="3773751" y="2775872"/>
            <a:ext cx="417250" cy="431734"/>
          </a:xfrm>
          <a:prstGeom prst="donu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D7950175-6FE6-494E-BB8F-41E27238FD1F}"/>
              </a:ext>
            </a:extLst>
          </p:cNvPr>
          <p:cNvSpPr txBox="1">
            <a:spLocks/>
          </p:cNvSpPr>
          <p:nvPr/>
        </p:nvSpPr>
        <p:spPr>
          <a:xfrm>
            <a:off x="1097280" y="727969"/>
            <a:ext cx="10058400" cy="10093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２</a:t>
            </a:r>
            <a:r>
              <a:rPr lang="en-US" altLang="ja-JP"/>
              <a:t>.</a:t>
            </a:r>
            <a:r>
              <a:rPr lang="ja-JP" altLang="en-US"/>
              <a:t>ローカルリポジトリ作る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034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Git CMD">
            <a:extLst>
              <a:ext uri="{FF2B5EF4-FFF2-40B4-BE49-F238E27FC236}">
                <a16:creationId xmlns:a16="http://schemas.microsoft.com/office/drawing/2014/main" id="{5F44087B-F4FC-43E8-98A7-E25823249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15" y="1737360"/>
            <a:ext cx="5822185" cy="434377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890F7E7-CFA2-4172-952D-49448DB3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27969"/>
            <a:ext cx="10058400" cy="1009391"/>
          </a:xfrm>
        </p:spPr>
        <p:txBody>
          <a:bodyPr/>
          <a:lstStyle/>
          <a:p>
            <a:r>
              <a:rPr lang="ja-JP" altLang="en-US" dirty="0"/>
              <a:t>３．移動してファイル追加</a:t>
            </a:r>
            <a:endParaRPr kumimoji="1" lang="ja-JP" altLang="en-US" dirty="0"/>
          </a:p>
        </p:txBody>
      </p:sp>
      <p:sp>
        <p:nvSpPr>
          <p:cNvPr id="7" name="円: 塗りつぶしなし 6">
            <a:extLst>
              <a:ext uri="{FF2B5EF4-FFF2-40B4-BE49-F238E27FC236}">
                <a16:creationId xmlns:a16="http://schemas.microsoft.com/office/drawing/2014/main" id="{D7E30808-D249-4981-AF57-32291ED92878}"/>
              </a:ext>
            </a:extLst>
          </p:cNvPr>
          <p:cNvSpPr/>
          <p:nvPr/>
        </p:nvSpPr>
        <p:spPr>
          <a:xfrm>
            <a:off x="1768566" y="2481027"/>
            <a:ext cx="417250" cy="431734"/>
          </a:xfrm>
          <a:prstGeom prst="donu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5E0A70-BA3D-4A4B-A817-E155BF0BC72A}"/>
              </a:ext>
            </a:extLst>
          </p:cNvPr>
          <p:cNvSpPr txBox="1"/>
          <p:nvPr/>
        </p:nvSpPr>
        <p:spPr>
          <a:xfrm>
            <a:off x="6151067" y="2219417"/>
            <a:ext cx="58770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「</a:t>
            </a:r>
            <a:r>
              <a:rPr kumimoji="1" lang="en-US" altLang="ja-JP" sz="2800" dirty="0"/>
              <a:t>cd </a:t>
            </a:r>
            <a:r>
              <a:rPr kumimoji="1" lang="en-US" altLang="ja-JP" sz="2800" dirty="0" err="1"/>
              <a:t>gitTest</a:t>
            </a:r>
            <a:r>
              <a:rPr kumimoji="1" lang="ja-JP" altLang="en-US" sz="2800" dirty="0"/>
              <a:t>」でさっき確認したフォルダ内に入る</a:t>
            </a:r>
            <a:endParaRPr kumimoji="1" lang="en-US" altLang="ja-JP" sz="2800" dirty="0"/>
          </a:p>
          <a:p>
            <a:r>
              <a:rPr kumimoji="1" lang="ja-JP" altLang="en-US" sz="2800" dirty="0"/>
              <a:t>そしてフォルダ内に適当に共有したいファイル入れる。（これはさっきのエクスプローラーの画面で適当に追加して</a:t>
            </a:r>
            <a:r>
              <a:rPr kumimoji="1" lang="en-US" altLang="ja-JP" sz="2800" dirty="0"/>
              <a:t>OK</a:t>
            </a:r>
            <a:r>
              <a:rPr kumimoji="1" lang="ja-JP" altLang="en-US" sz="28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65769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 descr="選択Git CMD">
            <a:extLst>
              <a:ext uri="{FF2B5EF4-FFF2-40B4-BE49-F238E27FC236}">
                <a16:creationId xmlns:a16="http://schemas.microsoft.com/office/drawing/2014/main" id="{0E2A60DF-46B2-4A05-BCF8-716ED4664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1" y="1943476"/>
            <a:ext cx="5822185" cy="434377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890F7E7-CFA2-4172-952D-49448DB3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27969"/>
            <a:ext cx="10058400" cy="1009391"/>
          </a:xfrm>
        </p:spPr>
        <p:txBody>
          <a:bodyPr/>
          <a:lstStyle/>
          <a:p>
            <a:r>
              <a:rPr lang="ja-JP" altLang="en-US" dirty="0"/>
              <a:t>４．ひたすらコマンド打つ！！</a:t>
            </a:r>
            <a:endParaRPr kumimoji="1" lang="ja-JP" altLang="en-US" dirty="0"/>
          </a:p>
        </p:txBody>
      </p:sp>
      <p:sp>
        <p:nvSpPr>
          <p:cNvPr id="7" name="円: 塗りつぶしなし 6">
            <a:extLst>
              <a:ext uri="{FF2B5EF4-FFF2-40B4-BE49-F238E27FC236}">
                <a16:creationId xmlns:a16="http://schemas.microsoft.com/office/drawing/2014/main" id="{D7E30808-D249-4981-AF57-32291ED92878}"/>
              </a:ext>
            </a:extLst>
          </p:cNvPr>
          <p:cNvSpPr/>
          <p:nvPr/>
        </p:nvSpPr>
        <p:spPr>
          <a:xfrm>
            <a:off x="888655" y="3213133"/>
            <a:ext cx="417250" cy="431734"/>
          </a:xfrm>
          <a:prstGeom prst="donu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5E0A70-BA3D-4A4B-A817-E155BF0BC72A}"/>
              </a:ext>
            </a:extLst>
          </p:cNvPr>
          <p:cNvSpPr txBox="1"/>
          <p:nvPr/>
        </p:nvSpPr>
        <p:spPr>
          <a:xfrm>
            <a:off x="5778126" y="2219417"/>
            <a:ext cx="58770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コマンド「</a:t>
            </a:r>
            <a:r>
              <a:rPr kumimoji="1" lang="en-US" altLang="ja-JP" sz="2800" dirty="0"/>
              <a:t>git status</a:t>
            </a:r>
            <a:r>
              <a:rPr kumimoji="1" lang="ja-JP" altLang="en-US" sz="2800" dirty="0"/>
              <a:t>」で赤文字で先ほど追加したファイルが表示されているか確認</a:t>
            </a:r>
          </a:p>
        </p:txBody>
      </p:sp>
    </p:spTree>
    <p:extLst>
      <p:ext uri="{BB962C8B-B14F-4D97-AF65-F5344CB8AC3E}">
        <p14:creationId xmlns:p14="http://schemas.microsoft.com/office/powerpoint/2010/main" val="3446322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0F7E7-CFA2-4172-952D-49448DB3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27969"/>
            <a:ext cx="10058400" cy="1009391"/>
          </a:xfrm>
        </p:spPr>
        <p:txBody>
          <a:bodyPr/>
          <a:lstStyle/>
          <a:p>
            <a:r>
              <a:rPr lang="ja-JP" altLang="en-US" dirty="0"/>
              <a:t>４．ひたすらコマンド打つ！！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5E0A70-BA3D-4A4B-A817-E155BF0BC72A}"/>
              </a:ext>
            </a:extLst>
          </p:cNvPr>
          <p:cNvSpPr txBox="1"/>
          <p:nvPr/>
        </p:nvSpPr>
        <p:spPr>
          <a:xfrm>
            <a:off x="5778126" y="2219417"/>
            <a:ext cx="58770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「</a:t>
            </a:r>
            <a:r>
              <a:rPr kumimoji="1" lang="en-US" altLang="ja-JP" sz="2800" dirty="0"/>
              <a:t>git add .</a:t>
            </a:r>
            <a:r>
              <a:rPr kumimoji="1" lang="ja-JP" altLang="en-US" sz="2800" dirty="0"/>
              <a:t>」</a:t>
            </a:r>
            <a:endParaRPr kumimoji="1" lang="en-US" altLang="ja-JP" sz="2800" dirty="0"/>
          </a:p>
          <a:p>
            <a:r>
              <a:rPr kumimoji="1" lang="ja-JP" altLang="en-US" sz="2800" dirty="0"/>
              <a:t>「</a:t>
            </a:r>
            <a:r>
              <a:rPr kumimoji="1" lang="en-US" altLang="ja-JP" sz="2800" dirty="0"/>
              <a:t>git commit –m”</a:t>
            </a:r>
            <a:r>
              <a:rPr kumimoji="1" lang="ja-JP" altLang="en-US" sz="2800" dirty="0"/>
              <a:t>うぇい！！（なんでもいい）</a:t>
            </a:r>
            <a:r>
              <a:rPr kumimoji="1" lang="en-US" altLang="ja-JP" sz="2800" dirty="0"/>
              <a:t>”</a:t>
            </a:r>
            <a:r>
              <a:rPr kumimoji="1" lang="ja-JP" altLang="en-US" sz="2800" dirty="0"/>
              <a:t>」</a:t>
            </a:r>
            <a:endParaRPr kumimoji="1" lang="en-US" altLang="ja-JP" sz="2800" dirty="0"/>
          </a:p>
          <a:p>
            <a:r>
              <a:rPr kumimoji="1" lang="ja-JP" altLang="en-US" sz="2800" dirty="0"/>
              <a:t>「</a:t>
            </a:r>
            <a:r>
              <a:rPr kumimoji="1" lang="en-US" altLang="ja-JP" sz="2800" dirty="0"/>
              <a:t>git push origin master</a:t>
            </a:r>
            <a:r>
              <a:rPr kumimoji="1" lang="ja-JP" altLang="en-US" sz="2800" dirty="0"/>
              <a:t>」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ja-JP" altLang="en-US" sz="2800" dirty="0"/>
              <a:t>あとは</a:t>
            </a:r>
            <a:r>
              <a:rPr kumimoji="1" lang="en-US" altLang="ja-JP" sz="2800" dirty="0" err="1"/>
              <a:t>github</a:t>
            </a:r>
            <a:r>
              <a:rPr kumimoji="1" lang="ja-JP" altLang="en-US" sz="2800" dirty="0"/>
              <a:t>にファイルの変更が適用されているはずだから確認する。</a:t>
            </a:r>
            <a:endParaRPr kumimoji="1" lang="en-US" altLang="ja-JP" sz="2800" dirty="0"/>
          </a:p>
        </p:txBody>
      </p:sp>
      <p:pic>
        <p:nvPicPr>
          <p:cNvPr id="4" name="図 3" descr="Git CMD">
            <a:extLst>
              <a:ext uri="{FF2B5EF4-FFF2-40B4-BE49-F238E27FC236}">
                <a16:creationId xmlns:a16="http://schemas.microsoft.com/office/drawing/2014/main" id="{8E7B7092-C1B6-4828-9F36-C77CA63D1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95" y="1786255"/>
            <a:ext cx="5293865" cy="43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923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0F7E7-CFA2-4172-952D-49448DB3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27969"/>
            <a:ext cx="10058400" cy="1009391"/>
          </a:xfrm>
        </p:spPr>
        <p:txBody>
          <a:bodyPr/>
          <a:lstStyle/>
          <a:p>
            <a:r>
              <a:rPr kumimoji="1" lang="ja-JP" altLang="en-US" dirty="0"/>
              <a:t>５</a:t>
            </a:r>
            <a:r>
              <a:rPr kumimoji="1" lang="en-US" altLang="ja-JP" dirty="0"/>
              <a:t>.</a:t>
            </a:r>
            <a:r>
              <a:rPr kumimoji="1" lang="ja-JP" altLang="en-US" dirty="0"/>
              <a:t>できた！！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5E0A70-BA3D-4A4B-A817-E155BF0BC72A}"/>
              </a:ext>
            </a:extLst>
          </p:cNvPr>
          <p:cNvSpPr txBox="1"/>
          <p:nvPr/>
        </p:nvSpPr>
        <p:spPr>
          <a:xfrm>
            <a:off x="5778126" y="2219417"/>
            <a:ext cx="5877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あとは</a:t>
            </a:r>
            <a:r>
              <a:rPr kumimoji="1" lang="en-US" altLang="ja-JP" sz="2800" dirty="0" err="1"/>
              <a:t>github</a:t>
            </a:r>
            <a:r>
              <a:rPr kumimoji="1" lang="ja-JP" altLang="en-US" sz="2800" dirty="0"/>
              <a:t>にファイルの変更が適用されているはずだから確認する。</a:t>
            </a:r>
            <a:endParaRPr kumimoji="1" lang="en-US" altLang="ja-JP" sz="2800" dirty="0"/>
          </a:p>
        </p:txBody>
      </p:sp>
      <p:pic>
        <p:nvPicPr>
          <p:cNvPr id="5" name="図 4" descr="YoshikiAkashi/gitTest: このリモートリポジトリでテストするよー - Internet Explorer">
            <a:hlinkClick r:id="rId2"/>
            <a:extLst>
              <a:ext uri="{FF2B5EF4-FFF2-40B4-BE49-F238E27FC236}">
                <a16:creationId xmlns:a16="http://schemas.microsoft.com/office/drawing/2014/main" id="{BC3EB2F9-B99F-48E7-93FB-B379995A3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10" y="1737360"/>
            <a:ext cx="4379218" cy="465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83581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</TotalTime>
  <Words>233</Words>
  <Application>Microsoft Office PowerPoint</Application>
  <PresentationFormat>ワイド画面</PresentationFormat>
  <Paragraphs>24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ＭＳ Ｐゴシック</vt:lpstr>
      <vt:lpstr>Calibri</vt:lpstr>
      <vt:lpstr>Calibri Light</vt:lpstr>
      <vt:lpstr>レトロスペクト</vt:lpstr>
      <vt:lpstr>Git操作</vt:lpstr>
      <vt:lpstr>１．リモートリポジトリを作る</vt:lpstr>
      <vt:lpstr>１．リモートリポジトリを作る</vt:lpstr>
      <vt:lpstr>２.ローカルリポジトリ作る</vt:lpstr>
      <vt:lpstr>PowerPoint プレゼンテーション</vt:lpstr>
      <vt:lpstr>３．移動してファイル追加</vt:lpstr>
      <vt:lpstr>４．ひたすらコマンド打つ！！</vt:lpstr>
      <vt:lpstr>４．ひたすらコマンド打つ！！</vt:lpstr>
      <vt:lpstr>５.できた！！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Git操作</dc:title>
  <dc:creator>明石 禎紀</dc:creator>
  <cp:lastModifiedBy>明石 禎紀</cp:lastModifiedBy>
  <cp:revision>7</cp:revision>
  <dcterms:created xsi:type="dcterms:W3CDTF">2018-06-23T10:36:59Z</dcterms:created>
  <dcterms:modified xsi:type="dcterms:W3CDTF">2018-06-23T11:36:58Z</dcterms:modified>
</cp:coreProperties>
</file>